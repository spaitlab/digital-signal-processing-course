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73d7fd098a4fa6" /><Relationship Type="http://schemas.openxmlformats.org/officeDocument/2006/relationships/extended-properties" Target="/docProps/app.xml" Id="R50b1fb60c5944ae3" /><Relationship Type="http://schemas.openxmlformats.org/officeDocument/2006/relationships/officeDocument" Target="/ppt/presentation.xml" Id="Rfc5b6f2e11ef41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aa8f6d02eb4943"/>
  </p:sldMasterIdLst>
  <p:notesMasterIdLst>
    <p:notesMasterId xmlns:r="http://schemas.openxmlformats.org/officeDocument/2006/relationships" r:id="R5df8c285793d4ed7"/>
  </p:notesMasterIdLst>
  <p:sldIdLst>
    <p:sldId xmlns:r="http://schemas.openxmlformats.org/officeDocument/2006/relationships" id="256" r:id="Ra8457207ddb24d72"/>
    <p:sldId xmlns:r="http://schemas.openxmlformats.org/officeDocument/2006/relationships" id="257" r:id="R9482fc2d08994a41"/>
    <p:sldId xmlns:r="http://schemas.openxmlformats.org/officeDocument/2006/relationships" id="258" r:id="R9b99a01f4cdc4e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e31d59626d4865" /><Relationship Type="http://schemas.openxmlformats.org/officeDocument/2006/relationships/slideMaster" Target="/ppt/slideMasters/slideMaster1.xml" Id="R49aa8f6d02eb4943" /><Relationship Type="http://schemas.openxmlformats.org/officeDocument/2006/relationships/notesMaster" Target="/ppt/notesMasters/notesMaster1.xml" Id="R5df8c285793d4ed7" /><Relationship Type="http://schemas.openxmlformats.org/officeDocument/2006/relationships/presProps" Target="/ppt/presProps.xml" Id="R77538ac432934543" /><Relationship Type="http://schemas.openxmlformats.org/officeDocument/2006/relationships/tableStyles" Target="/ppt/tableStyles.xml" Id="Rec0d17549a9f4743" /><Relationship Type="http://schemas.openxmlformats.org/officeDocument/2006/relationships/slide" Target="/ppt/slides/slide1.xml" Id="Ra8457207ddb24d72" /><Relationship Type="http://schemas.openxmlformats.org/officeDocument/2006/relationships/slide" Target="/ppt/slides/slide2.xml" Id="R9482fc2d08994a41" /><Relationship Type="http://schemas.openxmlformats.org/officeDocument/2006/relationships/slide" Target="/ppt/slides/slide3.xml" Id="R9b99a01f4cdc4e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14cd1654f648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db29fc5a144e4b" /><Relationship Type="http://schemas.openxmlformats.org/officeDocument/2006/relationships/notesMaster" Target="/ppt/notesMasters/notesMaster1.xml" Id="R8eb19600aa0749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01ec167c6a4346" /><Relationship Type="http://schemas.openxmlformats.org/officeDocument/2006/relationships/notesMaster" Target="/ppt/notesMasters/notesMaster1.xml" Id="R6109473d7ae14c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af3140ca004603" /><Relationship Type="http://schemas.openxmlformats.org/officeDocument/2006/relationships/notesMaster" Target="/ppt/notesMasters/notesMaster1.xml" Id="Re3e261e6fc7b41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来源：课程网站/ch2/2.1-sampling.qmd；微课2.1-sampling的原创封面与学生任务。此导学样板配套已有讲义，不替代完整章节课件。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来源：课程网站/microlectures/2.1-sampling/student-task.md，第1、5项。课堂先让学生作答，再运行网页参数实验。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固定微课页面：https://spaitlab.github.io/Digital-Signal-Processing-Course/microlectures/2.1-sampling/；视频托管于Google Drive。页面提供网盘打开入口，访问效果取决于网络和分享权限。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cceacbdb849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60468f489467f" /><Relationship Type="http://schemas.openxmlformats.org/officeDocument/2006/relationships/slideLayout" Target="/ppt/slideLayouts/slideLayout1.xml" Id="Rcc43f57aaa2345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43f57aaa2345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0fc43ee1b4c23" /><Relationship Type="http://schemas.openxmlformats.org/officeDocument/2006/relationships/image" Target="/ppt/media/image.jpeg" Id="Rb4d7b10070af4718" /><Relationship Type="http://schemas.openxmlformats.org/officeDocument/2006/relationships/notesSlide" Target="/ppt/notesSlides/notesSlide1.xml" Id="R35bd82c347b245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95a93adca4980" /><Relationship Type="http://schemas.openxmlformats.org/officeDocument/2006/relationships/notesSlide" Target="/ppt/notesSlides/notesSlide2.xml" Id="R0aeab6a07ed647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5c0c43a0c4f57" /><Relationship Type="http://schemas.openxmlformats.org/officeDocument/2006/relationships/hyperlink" Target="https://spaitlab.github.io/Digital-Signal-Processing-Course/microlectures/2.1-sampling/" TargetMode="External" Id="R5dc195f7bcb944c8" /><Relationship Type="http://schemas.openxmlformats.org/officeDocument/2006/relationships/image" Target="/ppt/media/image.png" Id="Rfc7c2c6992ad4df8" /><Relationship Type="http://schemas.openxmlformats.org/officeDocument/2006/relationships/notesSlide" Target="/ppt/notesSlides/notesSlide3.xml" Id="Ra089a7cba35d47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5C51A-D548-4663-BC73-6839D9A9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5B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55B9B"/>
                </a:solidFill>
                <a:latin typeface="Microsoft YaHei"/>
                <a:ea typeface="Microsoft YaHei"/>
                <a:cs typeface="Microsoft YaHei"/>
              </a:rPr>
              <a:t>2.1 采样与混叠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96E94-5327-4A55-A41A-D51951C7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rPr>
              <a:t>为什么 5 Hz 会采成“1 Hz”？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7b10070af4718"/>
          <a:stretch xmlns:a="http://schemas.openxmlformats.org/drawingml/2006/main"/>
        </p:blipFill>
        <p:spPr>
          <a:xfrm xmlns:a="http://schemas.openxmlformats.org/drawingml/2006/main">
            <a:off x="2381250" y="1829991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6F992-88C8-4DE6-9F16-8A452316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rPr>
              <a:t>先预测，再观看微课，最后运行参数实验。</a:t>
            </a:r>
          </a:p>
        </p:txBody>
      </p:sp>
    </p:spTree>
    <p:extLst>
      <p:ext uri="{BB962C8B-B14F-4D97-AF65-F5344CB8AC3E}">
        <p14:creationId xmlns:p14="http://schemas.microsoft.com/office/powerpoint/2010/main" val="420383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74ADC-D042-4CD2-8ED5-CE90B316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5B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55B9B"/>
                </a:solidFill>
                <a:latin typeface="Microsoft YaHei"/>
                <a:ea typeface="Microsoft YaHei"/>
                <a:cs typeface="Microsoft YaHei"/>
              </a:rPr>
              <a:t>先预测，再改变采样率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427A-6FDA-416C-BF1A-530FE3E9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rPr>
              <a:t>固定 5 Hz 余弦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640C9-FE3E-4A4F-BFDF-F3D0D736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rPr>
              <a:t>分别按 20、12、6 Hz 采样，记录样本的变化。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F061B-D1AD-4723-B668-CA7716BD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rPr>
              <a:t>固定 10 Hz 采样率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99D11-E247-435F-8A00-548573F3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rPr>
              <a:t>将原信号在正弦与余弦之间切换，先写下预测。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7C355-794B-4EE2-B197-D140ADC9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rPr>
              <a:t>实验记录：参数、图像、解释，以及实际使用的软件环境。</a:t>
            </a:r>
          </a:p>
        </p:txBody>
      </p:sp>
    </p:spTree>
    <p:extLst>
      <p:ext uri="{BB962C8B-B14F-4D97-AF65-F5344CB8AC3E}">
        <p14:creationId xmlns:p14="http://schemas.microsoft.com/office/powerpoint/2010/main" val="797183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B3E38-D1C4-4B24-8D44-9B96CE2B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55B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55B9B"/>
                </a:solidFill>
                <a:latin typeface="Microsoft YaHei"/>
                <a:ea typeface="Microsoft YaHei"/>
                <a:cs typeface="Microsoft YaHei"/>
              </a:rPr>
              <a:t>课后微课与实验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37DFD-8649-4099-B938-6940D920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rPr>
              <a:t>采样与混叠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C2A49-55EC-4CFB-9264-F98378C3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676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rPr>
              <a:t>约 5 分 09 秒中文讲解</a:t>
            </a:r>
          </a:p>
          <a:p xmlns:a="http://schemas.openxmlformats.org/drawingml/2006/main">
            <a:pPr>
              <a:defRPr sz="232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rPr>
              <a:t>网页参数实验与自测</a:t>
            </a:r>
          </a:p>
          <a:p xmlns:a="http://schemas.openxmlformats.org/drawingml/2006/main">
            <a:pPr>
              <a:defRPr sz="232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rPr>
              <a:t>MATLAB / Python 实验代码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31EF5-A45A-4323-AC29-2902F485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55B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u="sng">
                <a:solidFill>
                  <a:srgbClr val="155B9B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dc195f7bcb944c8"/>
              </a:rPr>
              <a:t>点击观看微课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7c2c6992ad4df8"/>
          <a:stretch xmlns:a="http://schemas.openxmlformats.org/drawingml/2006/main"/>
        </p:blipFill>
        <p:spPr>
          <a:xfrm xmlns:a="http://schemas.openxmlformats.org/drawingml/2006/main">
            <a:off x="8096250" y="20955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F396D-8BFC-4551-9B2C-5DF25515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3364B"/>
                </a:solidFill>
                <a:latin typeface="Microsoft YaHei"/>
                <a:ea typeface="Microsoft YaHei"/>
                <a:cs typeface="Microsoft YaHei"/>
              </a:rPr>
              <a:t>扫描二维码进入课程页面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C708F-3489-49C1-8B56-C01CD566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58A"/>
                </a:solidFill>
                <a:latin typeface="Microsoft YaHei"/>
                <a:ea typeface="Microsoft YaHei"/>
                <a:cs typeface="Microsoft YaHei"/>
              </a:rPr>
              <a:t>SpaitLab · 数字信号处理</a:t>
            </a:r>
          </a:p>
        </p:txBody>
      </p:sp>
    </p:spTree>
    <p:extLst>
      <p:ext uri="{BB962C8B-B14F-4D97-AF65-F5344CB8AC3E}">
        <p14:creationId xmlns:p14="http://schemas.microsoft.com/office/powerpoint/2010/main" val="254498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2026-09-24T00:16:47.6340000Z</dcterms:created>
  <dcterms:modified xsi:type="dcterms:W3CDTF">2026-09-24T00:16:47.6340000Z</dcterms:modified>
</coreProperties>
</file>